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6FF2-82E1-2CB4-778E-C07559B3B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3F690-CFC9-2511-0D9F-DDFC17429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29F0-99BF-87E0-8A08-FDBBFDB5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6AC48-444E-EB5E-DF97-F7CD5C6D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9951-23B9-1E93-E7EF-32DD22EE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68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02D2-0608-02E4-C4C3-B40B8034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4F6D-ACB2-3203-0ED1-072E0FD6E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20B0-98F2-56E5-32F5-4751C22F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7D93F-4DFD-222E-15A2-743ED453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1C9E3-03CC-4B5E-4B8F-DFB26B9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38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905E-7F2A-8D67-0A3E-B00C93AF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B945-9094-D7D1-2A0C-8578F887B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C9EA7-7FDD-4CC5-A2FC-5FA6267A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F0E33-5A94-F544-E788-2A3009CD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E615E-0B86-ECA8-3C52-1613D23D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0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0D31-D289-8C1E-C1F6-3E88019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4AB5-378C-3D33-515E-E5D02DEA9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DB6D2-243A-AA5D-50C4-7245218E6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6B0B-0E4A-26A3-1348-5807B024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0F350-E4DE-AB94-795F-5FEFD45E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2B684-2F63-4B16-36E9-E0B4E0C7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11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054C-510D-B020-4498-800651A1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CF2BF-BB96-E44D-6F21-3D0CC1EA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0F95F-CC38-454E-EB42-C39E16BBD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372C6-6EB2-5A32-B448-799B46255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1861E-5B52-68C6-D2A6-C983EBE34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1031E-00D7-F8C4-C3F4-46BC1216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4EFE1-CE96-6912-4D60-E4842EAD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CF0E6-EEAE-CDAB-8D30-6A138588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78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8CBA-4056-B304-512F-AABB1D9F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9D23F-FD01-FCAF-16A5-BFD99578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77019-FFAD-BF57-F31A-B65B56C50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06225-741F-4F3A-6026-C5F21E11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49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DEA05-C215-6F35-C98B-CF05FA2E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7A5D8-5657-F5E7-AB70-12A37D78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26E96-C7EA-D218-42A6-A09D5EF8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22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6F3F-3B62-EA39-FB68-BC1EDE2B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9E8DC-B43E-B9D8-C82F-B74B709A4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39DA4-A845-44F9-7CAF-B36E1071D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56861-51DE-0485-C51A-BFEB3732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E5F38-BA35-7A66-5A35-C51E14DD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0B608-94E8-78F6-6D21-EE8F4F72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41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24B9-3317-5777-C3FA-97E910E5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C9FDE1-F6BA-89C3-7922-D228F6D60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33968-314B-0496-F3D9-E8128F689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4BC7A-A39F-35B0-82D2-9D041CFE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AD374-CD64-E6CE-B450-AF8AC484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C18BF-D922-9A85-1F9C-48AFC7A3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541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901D-6E6B-66FF-63A3-EB84AEB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3F1C9-C9F6-2966-C5E5-A7BF7FB4A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C8AD4-8658-B38F-D5A1-68758955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459A-1C54-0A57-8442-DB141A2B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610A-C8F7-C41D-5802-9E38039E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64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292F6-6D09-8DA6-EF95-2ECCD72B8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C13EF-DA24-DB7B-161C-F42AA1486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69E97-8F78-ED63-4D1A-0B45B0E2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964C-4F87-7B70-22AF-B259958F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6E917-6328-93A3-ED2B-07AB95ED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98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08E6A-92CE-D813-A477-D8A57561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241B-125D-AFAB-200E-04129AAE0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22B5-AE20-7402-1A5D-0E32D0F24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F52C6-5789-4135-8AE1-BA37230D2819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029D-4F8D-D687-5927-5C97F0AE7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AA0D2-D71F-DF08-C364-C3E50924A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9D356-3155-4B2B-B90B-FFEEE01E4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77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766A29-1989-7372-F9BA-AE70B6ED11B0}"/>
              </a:ext>
            </a:extLst>
          </p:cNvPr>
          <p:cNvSpPr/>
          <p:nvPr/>
        </p:nvSpPr>
        <p:spPr>
          <a:xfrm>
            <a:off x="509798" y="315589"/>
            <a:ext cx="8156771" cy="49685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27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7C11A24A-9CB5-8C1D-F76E-C3F171D31A4D}"/>
              </a:ext>
            </a:extLst>
          </p:cNvPr>
          <p:cNvSpPr/>
          <p:nvPr/>
        </p:nvSpPr>
        <p:spPr>
          <a:xfrm>
            <a:off x="364142" y="315589"/>
            <a:ext cx="11086088" cy="5300283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82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A4B4-978F-BC48-4D60-CAD51F77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2">
            <a:extLst>
              <a:ext uri="{FF2B5EF4-FFF2-40B4-BE49-F238E27FC236}">
                <a16:creationId xmlns:a16="http://schemas.microsoft.com/office/drawing/2014/main" id="{8816FC18-5671-D201-5B67-891C6EFF4B65}"/>
              </a:ext>
            </a:extLst>
          </p:cNvPr>
          <p:cNvSpPr/>
          <p:nvPr/>
        </p:nvSpPr>
        <p:spPr>
          <a:xfrm>
            <a:off x="1167950" y="362118"/>
            <a:ext cx="4928050" cy="6133764"/>
          </a:xfrm>
          <a:prstGeom prst="pentag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9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TARBOURIECH Adrien</dc:creator>
  <cp:lastModifiedBy>TARBOURIECH Adrien</cp:lastModifiedBy>
  <cp:revision>1</cp:revision>
  <dcterms:created xsi:type="dcterms:W3CDTF">2025-11-18T23:28:04Z</dcterms:created>
  <dcterms:modified xsi:type="dcterms:W3CDTF">2025-11-18T23:28:15Z</dcterms:modified>
</cp:coreProperties>
</file>